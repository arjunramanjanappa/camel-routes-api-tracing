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Failure %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3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HTTP 500</c:v>
                  </c:pt>
                  <c:pt idx="1">
                    <c:v>HTTP 503</c:v>
                  </c:pt>
                  <c:pt idx="2">
                    <c:v>Timeout</c:v>
                  </c:pt>
                  <c:pt idx="3">
                    <c:v>HTTP 400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31</c:v>
                </c:pt>
                <c:pt idx="2">
                  <c:v>18</c:v>
                </c:pt>
                <c:pt idx="3">
                  <c:v>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723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CONFIDENCE  ·  NO GUESSWORK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TraceGuard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66928" y="36118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exactly what every release touches — and prove it was tested.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420624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clear, shareable picture of every release — impact, evidence and comparison — for business, release and QA.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carries hidden risk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2231136"/>
            <a:ext cx="2953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changed?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59536" y="2688336"/>
            <a:ext cx="29535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clear view of which modules and APIs a release actually touches.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43400" y="20116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6008" y="2231136"/>
            <a:ext cx="2953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it tested?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636008" y="2688336"/>
            <a:ext cx="29535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prove every change was exercised and passed before it ships.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19872" y="20116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231136"/>
            <a:ext cx="2953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bad if it breaks?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0" y="2688336"/>
            <a:ext cx="29535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easy way to compare this release with the last, or to see failures by error.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66928" y="4297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TraceGuard replaces guesswork with evidence — impact, proof and comparison for every release.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TRACEGUARD DELIVERS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guesswork to evidence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3502152" cy="2011680"/>
          </a:xfrm>
          <a:prstGeom prst="roundRect">
            <a:avLst>
              <a:gd name="adj" fmla="val 4091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2322576"/>
            <a:ext cx="2953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impact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59536" y="2779776"/>
            <a:ext cx="295351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impacted module and API for a release version — front-end to backend.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43400" y="2103120"/>
            <a:ext cx="3502152" cy="2011680"/>
          </a:xfrm>
          <a:prstGeom prst="roundRect">
            <a:avLst>
              <a:gd name="adj" fmla="val 4091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6008" y="2322576"/>
            <a:ext cx="2953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test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636008" y="2779776"/>
            <a:ext cx="295351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/ log evidence that each API ran, with failure rates and error breakdown.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19872" y="2103120"/>
            <a:ext cx="3502152" cy="2011680"/>
          </a:xfrm>
          <a:prstGeom prst="roundRect">
            <a:avLst>
              <a:gd name="adj" fmla="val 4091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322576"/>
            <a:ext cx="2953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releases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0" y="2779776"/>
            <a:ext cx="295351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release vs the previous — new, changed and payload differences, per API.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 release version — get every impacted module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1993392" cy="1280160"/>
          </a:xfrm>
          <a:prstGeom prst="roundRect">
            <a:avLst>
              <a:gd name="adj" fmla="val 6429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240280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2788920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in scope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Mighty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61488" y="2057400"/>
            <a:ext cx="1993392" cy="1280160"/>
          </a:xfrm>
          <a:prstGeom prst="roundRect">
            <a:avLst>
              <a:gd name="adj" fmla="val 6429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61488" y="2240280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761488" y="2788920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in scope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761488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56048" y="2057400"/>
            <a:ext cx="1993392" cy="1280160"/>
          </a:xfrm>
          <a:prstGeom prst="roundRect">
            <a:avLst>
              <a:gd name="adj" fmla="val 6429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2240280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956048" y="2788920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in scope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956048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50608" y="2057400"/>
            <a:ext cx="1993392" cy="1280160"/>
          </a:xfrm>
          <a:prstGeom prst="roundRect">
            <a:avLst>
              <a:gd name="adj" fmla="val 6429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50608" y="2240280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150608" y="2788920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in scope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50608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345168" y="2057400"/>
            <a:ext cx="1993392" cy="1280160"/>
          </a:xfrm>
          <a:prstGeom prst="roundRect">
            <a:avLst>
              <a:gd name="adj" fmla="val 6429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45168" y="2240280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345168" y="2788920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in scope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345168" y="3035808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3886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release (e.g. 9.18) and country — TraceGuard does the rest.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66928" y="44531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every module in scope and how many of its APIs the release touches.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66928" y="5020056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at a glance whether a change is contained to one module or spans many.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any change from front-end to backend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310896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3500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API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27706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/services/get/fetch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21608" y="246888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90288" y="2148840"/>
            <a:ext cx="310896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73168" y="23500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routes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73168" y="27706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for the release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44968" y="246888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613648" y="2148840"/>
            <a:ext cx="310896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96528" y="23500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service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796528" y="27706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 2.2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3977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single API, or the whole release in one view.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66928" y="454456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full path: front-end request → internal routes → backend services and their versions.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111496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graph makes the flow obvious — no reading code.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RELEASES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impact of this release vs the last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608076" cy="38404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65960"/>
            <a:ext cx="6080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403604" y="1965960"/>
            <a:ext cx="992124" cy="38404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7" name="Text 5"/>
          <p:cNvSpPr/>
          <p:nvPr/>
        </p:nvSpPr>
        <p:spPr>
          <a:xfrm>
            <a:off x="1403604" y="1965960"/>
            <a:ext cx="9921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24328" y="1965960"/>
            <a:ext cx="1184148" cy="384048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/>
        </p:spPr>
      </p:sp>
      <p:sp>
        <p:nvSpPr>
          <p:cNvPr id="9" name="Text 7"/>
          <p:cNvSpPr/>
          <p:nvPr/>
        </p:nvSpPr>
        <p:spPr>
          <a:xfrm>
            <a:off x="2624328" y="1965960"/>
            <a:ext cx="11841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2697480"/>
            <a:ext cx="5806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4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API, see exactly what changed since the previous release.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66928" y="3355848"/>
            <a:ext cx="5806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4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and Changed are highlighted — so QA targets only what needs testing.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" y="4014216"/>
            <a:ext cx="5806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4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changes — request fields added or removed — are surfaced automatically.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66928" y="4672584"/>
            <a:ext cx="5806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4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element-level view shows precisely what differs, not just that it differs.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720840" y="2468880"/>
            <a:ext cx="4901184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52400" dist="25400" dir="5400000">
              <a:srgbClr val="0B1020">
                <a:alpha val="9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013448" y="2706624"/>
            <a:ext cx="29809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/transfer/submit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930384" y="274320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9.14 → 9.18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013448" y="3127248"/>
            <a:ext cx="992124" cy="38404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8" name="Text 16"/>
          <p:cNvSpPr/>
          <p:nvPr/>
        </p:nvSpPr>
        <p:spPr>
          <a:xfrm>
            <a:off x="7013448" y="3127248"/>
            <a:ext cx="9921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31736" y="3657600"/>
            <a:ext cx="43525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service   2.2 → 2.3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031736" y="40416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031736" y="4315968"/>
            <a:ext cx="43525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feeCode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</a:t>
            </a:r>
            <a:pPr indent="0" marL="0">
              <a:buNone/>
            </a:pPr>
            <a:r>
              <a:rPr lang="en-US" sz="12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legacyRef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433304" y="4709160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9AA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TEST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evidence that every API was tested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210312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Splunk export (or output log) — matched to the release’s APIs.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2761488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API: was it executed, did it pass, and its failure rate.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3419856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percentage broken down by error code — top failing responses at a glance.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92240" y="19659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share by error code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0" y="2286000"/>
          <a:ext cx="521208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IT WAS TESTED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report validates the whole release was tested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11055096" cy="3703320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77800" dist="38100" dir="5400000">
              <a:srgbClr val="0B102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77824" y="193852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Test Report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01384" y="198424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Mighty  ·  release 9.18  ·  SG  ·  5 modules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77824" y="2377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5F8FD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2432304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24128" y="2779776"/>
            <a:ext cx="1234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APIs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50592" y="2377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5F8FD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2432304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596896" y="2779776"/>
            <a:ext cx="1234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023360" y="2377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5F8FD"/>
          </a:solidFill>
          <a:ln/>
        </p:spPr>
      </p:sp>
      <p:sp>
        <p:nvSpPr>
          <p:cNvPr id="14" name="Text 12"/>
          <p:cNvSpPr/>
          <p:nvPr/>
        </p:nvSpPr>
        <p:spPr>
          <a:xfrm>
            <a:off x="4169664" y="2432304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169664" y="2779776"/>
            <a:ext cx="1234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tested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596128" y="2377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5F8FD"/>
          </a:solidFill>
          <a:ln/>
        </p:spPr>
      </p:sp>
      <p:sp>
        <p:nvSpPr>
          <p:cNvPr id="17" name="Text 15"/>
          <p:cNvSpPr/>
          <p:nvPr/>
        </p:nvSpPr>
        <p:spPr>
          <a:xfrm>
            <a:off x="5742432" y="2432304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742432" y="2779776"/>
            <a:ext cx="1234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77824" y="3218688"/>
          <a:ext cx="10433304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51560"/>
                <a:gridCol w="1234440"/>
                <a:gridCol w="1417320"/>
                <a:gridCol w="1097280"/>
                <a:gridCol w="2523744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tested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wpl-wealth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mighty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spl-onboarding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spl-secure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spl-edp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7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10067544" y="5148072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9AA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report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66928" y="5586984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</a:t>
            </a:r>
            <a:pPr indent="0" marL="0"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shareable PDF — modules worst-first, each with tested / not-tested / issues and a Ready · Review · At-risk status.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for every stakeholder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5390388" cy="1554480"/>
          </a:xfrm>
          <a:prstGeom prst="roundRect">
            <a:avLst>
              <a:gd name="adj" fmla="val 5294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2231136"/>
            <a:ext cx="48417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59536" y="2688336"/>
            <a:ext cx="484174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confidence a release is low-risk before it ships.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31636" y="2011680"/>
            <a:ext cx="5390388" cy="1554480"/>
          </a:xfrm>
          <a:prstGeom prst="roundRect">
            <a:avLst>
              <a:gd name="adj" fmla="val 5294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24244" y="2231136"/>
            <a:ext cx="48417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524244" y="2688336"/>
            <a:ext cx="484174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clear, signed-off scope of exactly what each release touches.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3840480"/>
            <a:ext cx="5390388" cy="1554480"/>
          </a:xfrm>
          <a:prstGeom prst="roundRect">
            <a:avLst>
              <a:gd name="adj" fmla="val 5294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4059936"/>
            <a:ext cx="48417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59536" y="4517136"/>
            <a:ext cx="484174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front-end-to-backend impact — no manual tracing.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31636" y="3840480"/>
            <a:ext cx="5390388" cy="1554480"/>
          </a:xfrm>
          <a:prstGeom prst="roundRect">
            <a:avLst>
              <a:gd name="adj" fmla="val 5294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24244" y="4059936"/>
            <a:ext cx="48417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Testing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524244" y="4517136"/>
            <a:ext cx="484174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APIs to test, plus proof they passed end-to-end.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468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TraceGuard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66928" y="3429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flow. Guard the release.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66928" y="4114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impact  ·  prove the test  ·  compare releases — one tool, one report, every team.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2026-07-19T13:25:48Z</dcterms:created>
  <dcterms:modified xsi:type="dcterms:W3CDTF">2026-07-19T13:25:48Z</dcterms:modified>
</cp:coreProperties>
</file>