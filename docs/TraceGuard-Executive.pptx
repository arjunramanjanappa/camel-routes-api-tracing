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CONFIDENCE  ·  NO GUESSWORK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24688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TraceGuard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66928" y="36118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exactly what every release touches — and prove it was tested.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420624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clear, shareable picture of every release — impact, evidence and comparison — for business, release and QA.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release carries hidden risk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EFF6FF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2231136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changed?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59536" y="2688336"/>
            <a:ext cx="29535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view of which modules and APIs a release actually touches.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201168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EFF6FF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6008" y="2231136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it tested?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636008" y="2688336"/>
            <a:ext cx="29535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prove every change was exercised and passed before it ships.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19872" y="201168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EFF6FF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2231136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bad if it breaks?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412480" y="2688336"/>
            <a:ext cx="29535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way to compare this release with the last, or to see failures by error.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66928" y="4297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TraceGuard replaces guesswork with evidence — impact, proof and comparison for every release.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TRACEGUARD DELIVERS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guesswork to evidence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103120"/>
            <a:ext cx="3502152" cy="2011680"/>
          </a:xfrm>
          <a:prstGeom prst="roundRect">
            <a:avLst>
              <a:gd name="adj" fmla="val 4091"/>
            </a:avLst>
          </a:prstGeom>
          <a:solidFill>
            <a:srgbClr val="EFF6FF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2322576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impact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59536" y="2779776"/>
            <a:ext cx="295351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impacted module and API for a release version — front-end to backend.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2103120"/>
            <a:ext cx="3502152" cy="2011680"/>
          </a:xfrm>
          <a:prstGeom prst="roundRect">
            <a:avLst>
              <a:gd name="adj" fmla="val 4091"/>
            </a:avLst>
          </a:prstGeom>
          <a:solidFill>
            <a:srgbClr val="EFF6FF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6008" y="2322576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test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636008" y="2779776"/>
            <a:ext cx="295351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/ log evidence that each API ran, with failure rates and error breakdown.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19872" y="2103120"/>
            <a:ext cx="3502152" cy="2011680"/>
          </a:xfrm>
          <a:prstGeom prst="roundRect">
            <a:avLst>
              <a:gd name="adj" fmla="val 4091"/>
            </a:avLst>
          </a:prstGeom>
          <a:solidFill>
            <a:srgbClr val="EFF6FF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2322576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releases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412480" y="2779776"/>
            <a:ext cx="295351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release vs the previous — new, changed and payload differences, per API.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release version — get every impacted module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55096" cy="1874520"/>
          </a:xfrm>
          <a:prstGeom prst="roundRect">
            <a:avLst>
              <a:gd name="adj" fmla="val 2439"/>
            </a:avLst>
          </a:prstGeom>
          <a:solidFill>
            <a:srgbClr val="F7F9FC"/>
          </a:solidFill>
          <a:ln w="15875">
            <a:solidFill>
              <a:srgbClr val="2563EB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841248" y="1783080"/>
            <a:ext cx="1050645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screenshot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“By module” view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in scope for the release, each with its API count.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› Picture, then drop it over this box (or right-click › Change Picture).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3886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5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release (e.g. 9.18) and country — TraceGuard does the rest.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44531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5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module in scope and how many of its APIs the release touches.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5020056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5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at a glance whether a change is contained to one module or spans many.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any change from front-end to backend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11055096" cy="1874520"/>
          </a:xfrm>
          <a:prstGeom prst="roundRect">
            <a:avLst>
              <a:gd name="adj" fmla="val 2439"/>
            </a:avLst>
          </a:prstGeom>
          <a:solidFill>
            <a:srgbClr val="F7F9FC"/>
          </a:solidFill>
          <a:ln w="15875">
            <a:solidFill>
              <a:srgbClr val="2563EB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841248" y="1965960"/>
            <a:ext cx="1050645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screenshot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 graph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API → internal routes → backend service, as an interactive graph.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› Picture, then drop it over this box (or right-click › Change Picture).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3977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5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 single API, or the whole release in one view.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454456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5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full path: front-end request → internal routes → backend services and their versions.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5111496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5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graph makes the flow obvious — no reading code.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RELEASES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impact of this release vs the last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608076" cy="38404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965960"/>
            <a:ext cx="6080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03604" y="1965960"/>
            <a:ext cx="992124" cy="38404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7" name="Text 5"/>
          <p:cNvSpPr/>
          <p:nvPr/>
        </p:nvSpPr>
        <p:spPr>
          <a:xfrm>
            <a:off x="1403604" y="1965960"/>
            <a:ext cx="9921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24328" y="1965960"/>
            <a:ext cx="1184148" cy="384048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/>
        </p:spPr>
      </p:sp>
      <p:sp>
        <p:nvSpPr>
          <p:cNvPr id="9" name="Text 7"/>
          <p:cNvSpPr/>
          <p:nvPr/>
        </p:nvSpPr>
        <p:spPr>
          <a:xfrm>
            <a:off x="2624328" y="1965960"/>
            <a:ext cx="11841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2697480"/>
            <a:ext cx="5806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4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API, see exactly what changed since the previous release.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66928" y="3355848"/>
            <a:ext cx="5806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4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and Changed are highlighted — so QA targets only what needs testing.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" y="4014216"/>
            <a:ext cx="5806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4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changes — request fields added or removed — are surfaced automatically.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66928" y="4672584"/>
            <a:ext cx="5806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4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element-level view shows precisely what differs, not just that it differs.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720840" y="2286000"/>
            <a:ext cx="4901184" cy="2788920"/>
          </a:xfrm>
          <a:prstGeom prst="roundRect">
            <a:avLst>
              <a:gd name="adj" fmla="val 1639"/>
            </a:avLst>
          </a:prstGeom>
          <a:solidFill>
            <a:srgbClr val="F7F9FC"/>
          </a:solidFill>
          <a:ln w="15875">
            <a:solidFill>
              <a:srgbClr val="2563EB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995160" y="2286000"/>
            <a:ext cx="4352544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screenshot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release-impact diff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/ Changed highlighted, with payload and service-version changes per API.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› Picture, then drop it over this box (or right-click › Change Picture).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TEST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evidence that every API was tested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210312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5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Splunk export (or output log) — matched to the release’s APIs.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2761488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5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API: was it executed, did it pass, and its failure rate.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3419856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5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percentage broken down by error code — top failing responses at a glance.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0" y="2057400"/>
            <a:ext cx="5221224" cy="2834640"/>
          </a:xfrm>
          <a:prstGeom prst="roundRect">
            <a:avLst>
              <a:gd name="adj" fmla="val 1613"/>
            </a:avLst>
          </a:prstGeom>
          <a:solidFill>
            <a:srgbClr val="F7F9FC"/>
          </a:solidFill>
          <a:ln w="15875">
            <a:solidFill>
              <a:srgbClr val="2563E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675120" y="2057400"/>
            <a:ext cx="4672584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screenshot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Splunk verification result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Per-API pass / fail, failure rate, and failure share by error code.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› Picture, then drop it over this box (or right-click › Change Picture).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 WAS TESTED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report validates the whole release was tested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55096" cy="3657600"/>
          </a:xfrm>
          <a:prstGeom prst="roundRect">
            <a:avLst>
              <a:gd name="adj" fmla="val 1250"/>
            </a:avLst>
          </a:prstGeom>
          <a:solidFill>
            <a:srgbClr val="F7F9FC"/>
          </a:solidFill>
          <a:ln w="15875">
            <a:solidFill>
              <a:srgbClr val="2563EB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841248" y="1783080"/>
            <a:ext cx="10506456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screenshot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exported PDF report — release summary page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Per-module coverage with a Ready / Review / At-risk status — one shareable document.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› Picture, then drop it over this box (or right-click › Change Picture).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555955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shareable PDF — the whole release, grouped by module, in a single sign-off document.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for every stakeholder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5390388" cy="1554480"/>
          </a:xfrm>
          <a:prstGeom prst="roundRect">
            <a:avLst>
              <a:gd name="adj" fmla="val 5294"/>
            </a:avLst>
          </a:prstGeom>
          <a:solidFill>
            <a:srgbClr val="EFF6FF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2231136"/>
            <a:ext cx="48417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59536" y="2688336"/>
            <a:ext cx="48417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confidence a release is low-risk before it ships.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31636" y="2011680"/>
            <a:ext cx="5390388" cy="1554480"/>
          </a:xfrm>
          <a:prstGeom prst="roundRect">
            <a:avLst>
              <a:gd name="adj" fmla="val 5294"/>
            </a:avLst>
          </a:prstGeom>
          <a:solidFill>
            <a:srgbClr val="EFF6FF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24244" y="2231136"/>
            <a:ext cx="48417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524244" y="2688336"/>
            <a:ext cx="48417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signed-off scope of exactly what each release touches.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3840480"/>
            <a:ext cx="5390388" cy="1554480"/>
          </a:xfrm>
          <a:prstGeom prst="roundRect">
            <a:avLst>
              <a:gd name="adj" fmla="val 5294"/>
            </a:avLst>
          </a:prstGeom>
          <a:solidFill>
            <a:srgbClr val="EFF6FF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4059936"/>
            <a:ext cx="48417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59536" y="4517136"/>
            <a:ext cx="48417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front-end-to-backend impact — no manual tracing.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31636" y="3840480"/>
            <a:ext cx="5390388" cy="1554480"/>
          </a:xfrm>
          <a:prstGeom prst="roundRect">
            <a:avLst>
              <a:gd name="adj" fmla="val 5294"/>
            </a:avLst>
          </a:prstGeom>
          <a:solidFill>
            <a:srgbClr val="EFF6FF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24244" y="4059936"/>
            <a:ext cx="48417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Testing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524244" y="4517136"/>
            <a:ext cx="48417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APIs to test, plus proof they passed end-to-end.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4688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TraceGuard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566928" y="3429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flow. Guard the release.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4114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impact  ·  prove the test  ·  compare releases — one tool, one report, every team.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2026-07-19T13:45:42Z</dcterms:created>
  <dcterms:modified xsi:type="dcterms:W3CDTF">2026-07-19T13:45:42Z</dcterms:modified>
</cp:coreProperties>
</file>