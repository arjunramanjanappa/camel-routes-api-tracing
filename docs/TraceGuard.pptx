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TraceGuard: a standalone tool that reads a framework's source and shows what any release changes end-to-end. Audience: business, release, dev and testing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analysis of Spring Boot + Camel XML DSL source. No runtime needed. Handles UFW/command-handler frameworks, country scoping, version resolution.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"/>
          </a:xfrm>
          <a:prstGeom prst="roundRect">
            <a:avLst/>
          </a:prstGeom>
          <a:solidFill>
            <a:srgbClr val="0F1C3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1828800"/>
            <a:ext cx="1874520" cy="1874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RELEASE-IMPACT ANALYSIS  ·  STATIC, NO RUNTIME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18745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 Guard the release.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3886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a release touches across Spring Boot + Apache Camel (XML DSL) frameworks — every API, route, backend and service version — before it ships.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 ·  Release  ·  Development  ·  Testing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are risky when no one can see what 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is manual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an API through dozens of Camel routes by hand is slow and easy to get wrong.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8698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8738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468873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88738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hide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88738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bumped backend service version or an altered route can slip through unnoticed until production.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317" y="2103120"/>
            <a:ext cx="3454298" cy="2926080"/>
          </a:xfrm>
          <a:prstGeom prst="roundRect">
            <a:avLst>
              <a:gd name="adj" fmla="val 28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7357" y="242316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7357" y="324612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end-to-end proof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17357" y="374904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show a release actually worked — which APIs ran and whether they passed.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 replaces guesswork with a clear, shareable picture of every release.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your source. It does the tracing.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96596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source, not a running system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3774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deployment, no environment — it statically analyses the framework's Camel XML and controllers.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87288" y="201168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618728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27368" y="196596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whole flow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27368" y="23774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API to its versioned route and walks every hop to the backend services it calls.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61188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your framework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02336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UFW command handlers, country scoping, dynamic routes and per-version resolution automatically.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87288" y="365760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18728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27368" y="3611880"/>
            <a:ext cx="472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results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27368" y="402336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graph plus a sectioned PDF for every workflow — sign-off from one document.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THREE WORKFLOWS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it. Test it. Compare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658368" cy="6583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any API — or catalog every API — and view the full flow as an interactive graph.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68698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68698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8738" y="2468880"/>
            <a:ext cx="658368" cy="65836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468873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8738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Test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88738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8738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impacted APIs, upload a log or Splunk export, and confirm they ran and passed end-to-end.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97317" y="2103120"/>
            <a:ext cx="3454298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7317" y="2103120"/>
            <a:ext cx="3454298" cy="128016"/>
          </a:xfrm>
          <a:prstGeom prst="roundRect">
            <a:avLst>
              <a:gd name="adj" fmla="val 35714"/>
            </a:avLst>
          </a:prstGeom>
          <a:solidFill>
            <a:srgbClr val="18B69B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7357" y="2468880"/>
            <a:ext cx="658368" cy="658368"/>
          </a:xfrm>
          <a:prstGeom prst="ellipse">
            <a:avLst/>
          </a:prstGeom>
          <a:solidFill>
            <a:srgbClr val="18B69B"/>
          </a:solidFill>
          <a:ln/>
        </p:spPr>
      </p:sp>
      <p:sp>
        <p:nvSpPr>
          <p:cNvPr id="21" name="Text 19"/>
          <p:cNvSpPr/>
          <p:nvPr/>
        </p:nvSpPr>
        <p:spPr>
          <a:xfrm>
            <a:off x="8417357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7357" y="3291840"/>
            <a:ext cx="2814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Impact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417357" y="370332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7357" y="406908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a release against the one before it — added, removed and changed routes, backends and versions.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 of any API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 API to trace it, or leave blank to catalog every API in scope.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API to the right route for the release version (or its latest / base).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direct:, seda: and host calls to every backend it hits — with service versions.</a:t>
            </a:r>
            <a:endParaRPr lang="en-US" sz="15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graph: pan, zoom, click any API for its own flow; export PNG or PDF.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201168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0" y="20116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 /services/get/fetch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46720" y="306324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4EEFB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0" y="30632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R9.14_fetchRoute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412480" y="40690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0891B2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12480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callBackend (host)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507492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FEE7D5"/>
          </a:solidFill>
          <a:ln/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0" y="5074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/ntn/fetch  ·  svc 2.2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464040" y="269748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64040" y="370332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64040" y="4709160"/>
            <a:ext cx="0" cy="36576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release worked end-to-end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release's impact set, then correlate a real output log or Splunk export against it — TraceGuard tells you which APIs actually ran and whether each passed.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Impacted set for the release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68698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3018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43018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end-to-end per API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2880360"/>
            <a:ext cx="3454298" cy="2103120"/>
          </a:xfrm>
          <a:prstGeom prst="roundRect">
            <a:avLst>
              <a:gd name="adj" fmla="val 3913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71637" y="320040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71637" y="4206240"/>
            <a:ext cx="29056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the right service version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log — no manual cross-checking. Results export to a verification PDF.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release with the one before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2585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60604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Sub-routes added, removed or edited — with an element-level diff of what changed.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7288" y="205740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1608" y="2377440"/>
            <a:ext cx="566928" cy="56692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38848" y="22585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38848" y="260604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dropped backend calls, and service-version bumps (e.g. 2.2 -&gt; 2.3).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84048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37216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6908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Request-body template keys added or removed for each API.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87288" y="3520440"/>
            <a:ext cx="5364328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1608" y="3840480"/>
            <a:ext cx="566928" cy="56692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38848" y="37216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Authorship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38848" y="4069080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git-blame: who changed each route in the new release.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· New · Unchanged — grouped, filterable, and exported as a release-impact PDF.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YOUR CODEBASE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how each app is wired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219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applications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6243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Mighty and SPL from one tool — each with its own remembered context.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87288" y="19659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07328" y="22219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variants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07328" y="26243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intercepted-UFW (send&lt;command&gt;Route) flavour is recognised automatically.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8221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scoping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42245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to one country's bootstrap (SG, MY, ID…) — filename or application.yml driven.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87288" y="3566160"/>
            <a:ext cx="5364328" cy="1417320"/>
          </a:xfrm>
          <a:prstGeom prst="roundRect">
            <a:avLst>
              <a:gd name="adj" fmla="val 5806"/>
            </a:avLst>
          </a:prstGeom>
          <a:solidFill>
            <a:srgbClr val="EFF6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07328" y="3822192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Latest-version mode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07328" y="4224528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 shows each API at its latest version — ideal for unversioned repos and quick reviews.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RUN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path or a Bitbucket branch — no checkout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98448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206240" y="1965960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at a directory on the machine running TraceGuard.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2898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Bitbucket branch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0" y="2898648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 repo URL + branch; it clones server-side (pure Java, no git binary) — so release / QA need no local checkout.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98448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sources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06240" y="3831336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shared / core libraries so imported routes resolve as if they were local.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809744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98448" y="47640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&amp; incremental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06240" y="4764024"/>
            <a:ext cx="7345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are cached and rebuilt only when the source actually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BY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picture, every stakeholder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81112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581112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a release is understood and low-risk before it goes 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36544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7576" y="246888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377576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73704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37712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signed-off scope of exactly what each release touches.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74040" y="2468880"/>
            <a:ext cx="640080" cy="640080"/>
          </a:xfrm>
          <a:prstGeom prst="ellipse">
            <a:avLst/>
          </a:prstGeom>
          <a:solidFill>
            <a:srgbClr val="18B69B"/>
          </a:solidFill>
          <a:ln/>
        </p:spPr>
      </p:sp>
      <p:sp>
        <p:nvSpPr>
          <p:cNvPr id="16" name="Text 14"/>
          <p:cNvSpPr/>
          <p:nvPr/>
        </p:nvSpPr>
        <p:spPr>
          <a:xfrm>
            <a:off x="71740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70168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34176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end-to-end flow and diff without reading route XML by hand.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29471" y="2103120"/>
            <a:ext cx="2522144" cy="30175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114300" dist="38100" dir="5400000">
              <a:srgbClr val="0B10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970503" y="2468880"/>
            <a:ext cx="640080" cy="640080"/>
          </a:xfrm>
          <a:prstGeom prst="ellipse">
            <a:avLst/>
          </a:prstGeom>
          <a:solidFill>
            <a:srgbClr val="6D5AE0"/>
          </a:solidFill>
          <a:ln/>
        </p:spPr>
      </p:sp>
      <p:sp>
        <p:nvSpPr>
          <p:cNvPr id="21" name="Text 19"/>
          <p:cNvSpPr/>
          <p:nvPr/>
        </p:nvSpPr>
        <p:spPr>
          <a:xfrm>
            <a:off x="9970503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66631" y="3291840"/>
            <a:ext cx="224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230639" y="3703320"/>
            <a:ext cx="2119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impacted APIs to target, plus proof they passed end-to-end.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1691640"/>
            <a:ext cx="1874520" cy="1874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TRACEGUARD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9202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flow.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the release.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37947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every API · prove every release · compare every version — from one tool, for every team.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8B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Scope   ·   Release Test   ·   Release Impact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TraceGuard</dc:title>
  <dc:subject>PptxGenJS Presentation</dc:subject>
  <dc:creator>TraceGuard</dc:creator>
  <cp:lastModifiedBy>TraceGuard</cp:lastModifiedBy>
  <cp:revision>1</cp:revision>
  <dcterms:created xsi:type="dcterms:W3CDTF">2026-07-14T08:31:09Z</dcterms:created>
  <dcterms:modified xsi:type="dcterms:W3CDTF">2026-07-14T08:31:09Z</dcterms:modified>
</cp:coreProperties>
</file>