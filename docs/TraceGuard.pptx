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1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TraceGuard: a standalone tool that reads a framework's source and shows what any release changes end-to-end. Audience: business, release, dev and testing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analysis of Spring Boot + Camel XML DSL source. No runtime needed. Handles UFW/command-handler frameworks, country scoping, version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"/>
          </a:xfrm>
          <a:prstGeom prst="roundRect">
            <a:avLst/>
          </a:prstGeom>
          <a:solidFill>
            <a:srgbClr val="0F1C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828800"/>
            <a:ext cx="1874520" cy="1874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RELEASE-IMPACT ANALYSIS  ·  STATIC, NO RUNTIME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TraceGuard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flow. Guard the release.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a release touches across Spring Boot + Apache Camel (XML DSL) frameworks — every API, route, backend and service version — before it ships.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B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Release  ·  Development  ·  Testing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risky when no one can see what changed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4298" cy="2926080"/>
          </a:xfrm>
          <a:prstGeom prst="roundRect">
            <a:avLst>
              <a:gd name="adj" fmla="val 2813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is manual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API through dozens of Camel routes by hand is slow and easy to get wrong.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8" y="2103120"/>
            <a:ext cx="3454298" cy="2926080"/>
          </a:xfrm>
          <a:prstGeom prst="roundRect">
            <a:avLst>
              <a:gd name="adj" fmla="val 2813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8738" y="24231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68873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8738" y="32461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hide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8738" y="37490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bumped backend service version or an altered route can slip through unnoticed until production.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2103120"/>
            <a:ext cx="3454298" cy="2926080"/>
          </a:xfrm>
          <a:prstGeom prst="roundRect">
            <a:avLst>
              <a:gd name="adj" fmla="val 2813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7357" y="24231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735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7357" y="324612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proof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7357" y="37490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show a release actually worked — which APIs ran and whether they passed.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TraceGuard replaces guesswork with a clear, shareable picture of every release.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your source. It does the tracing.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source, not a running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deployment, no environment — it statically analyses the framework's Camel XML and controllers.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2011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18728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27368" y="19659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whole 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27368" y="237744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each API to its versioned route and walks every hop to the backend services it calls.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your framework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UFW command handlers, country scoping, dynamic routes and per-version resolution automatically.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7288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18728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27368" y="361188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27368" y="402336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graph plus a sectioned PDF for every workflow — sign-off from one document.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THREE WORKFLOWS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it. Test it. Compare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4298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3454298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Scope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any API — or catalog every API — and view the full flow as an interactive graph.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8698" y="2103120"/>
            <a:ext cx="3454298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8698" y="2103120"/>
            <a:ext cx="3454298" cy="128016"/>
          </a:xfrm>
          <a:prstGeom prst="roundRect">
            <a:avLst>
              <a:gd name="adj" fmla="val 35714"/>
            </a:avLst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8738" y="2468880"/>
            <a:ext cx="658368" cy="6583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68873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8738" y="329184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Test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88738" y="37033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8738" y="406908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impacted APIs, upload a log or Splunk export, and confirm they ran and passed end-to-end.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97317" y="2103120"/>
            <a:ext cx="3454298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7317" y="2103120"/>
            <a:ext cx="3454298" cy="128016"/>
          </a:xfrm>
          <a:prstGeom prst="roundRect">
            <a:avLst>
              <a:gd name="adj" fmla="val 35714"/>
            </a:avLst>
          </a:prstGeom>
          <a:solidFill>
            <a:srgbClr val="18B69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7357" y="2468880"/>
            <a:ext cx="658368" cy="658368"/>
          </a:xfrm>
          <a:prstGeom prst="ellipse">
            <a:avLst/>
          </a:prstGeom>
          <a:solidFill>
            <a:srgbClr val="18B69B"/>
          </a:solidFill>
          <a:ln/>
        </p:spPr>
      </p:sp>
      <p:sp>
        <p:nvSpPr>
          <p:cNvPr id="21" name="Text 19"/>
          <p:cNvSpPr/>
          <p:nvPr/>
        </p:nvSpPr>
        <p:spPr>
          <a:xfrm>
            <a:off x="8417357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7357" y="329184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Impact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7357" y="370332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B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7357" y="406908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 release against the one before it — added, removed and changed routes, backends and versions.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flow of any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 API to trace it, or leave blank to catalog every API in scope.</a:t>
            </a:r>
            <a:endParaRPr lang="en-US" sz="15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each API to the right route for the release version (or its latest / base).</a:t>
            </a:r>
            <a:endParaRPr lang="en-US" sz="15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direct:, seda: and host calls to every backend it hits — with service versions.</a:t>
            </a:r>
            <a:endParaRPr lang="en-US" sz="15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graph: pan, zoom, click any API for its own flow; export PNG or PDF.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0" y="20116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/services/get/fetch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0" y="306324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4EEFB"/>
          </a:solidFill>
          <a:ln/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R9.14_fetchRoute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4069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callBackend (host)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507492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EE7D5"/>
          </a:solidFill>
          <a:ln/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5074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/ntn/fetch  ·  svc 2.2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64040" y="2697480"/>
            <a:ext cx="0" cy="36576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64040" y="3703320"/>
            <a:ext cx="0" cy="36576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64040" y="4709160"/>
            <a:ext cx="0" cy="365760"/>
          </a:xfrm>
          <a:prstGeom prst="line">
            <a:avLst/>
          </a:prstGeom>
          <a:noFill/>
          <a:ln w="19050">
            <a:solidFill>
              <a:srgbClr val="5B6B8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release worked end-to-end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release's impact set, then correlate a real output log or Splunk export against it — TraceGuard tells you which APIs actually ran and whether each passed.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54298" cy="2103120"/>
          </a:xfrm>
          <a:prstGeom prst="roundRect">
            <a:avLst>
              <a:gd name="adj" fmla="val 3913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0040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set for the release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8" y="2880360"/>
            <a:ext cx="3454298" cy="2103120"/>
          </a:xfrm>
          <a:prstGeom prst="roundRect">
            <a:avLst>
              <a:gd name="adj" fmla="val 3913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3018" y="320040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43018" y="4206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end-to-end per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2880360"/>
            <a:ext cx="3454298" cy="2103120"/>
          </a:xfrm>
          <a:prstGeom prst="roundRect">
            <a:avLst>
              <a:gd name="adj" fmla="val 3913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1637" y="320040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8B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71637" y="4206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 the right service version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log — no manual cross-checking. Results export to a verification PDF.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release with the one before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606040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Sub-routes added, removed or edited — with an element-level diff of what changed.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7288" y="205740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1608" y="2377440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8848" y="225856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38848" y="2606040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dropped backend calls, and service-version bumps (e.g. 2.2 -&gt; 2.3).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84048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72160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069080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Request-body template keys added or removed for each API.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7288" y="352044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1608" y="3840480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38848" y="372160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38848" y="4069080"/>
            <a:ext cx="4267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git-blame: who changed each route in the new release.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· New · Unchanged — grouped, filterable, and exported as a release-impact PDF.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YOUR CODEBASE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how each app is wired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219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applications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243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Mighty and SPL — each remembers its own module list, country and context.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7288" y="19659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22219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variants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07328" y="26243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intercepted-UFW (send&lt;command&gt;Route) flavour is recognised automatically.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8221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scoping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2245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 one country's bootstrap (SG, MY, ID…) — filename or application.yml driven.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7288" y="35661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7328" y="38221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Latest-version mode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07328" y="42245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shows each API at its latest version — ideal for unversioned repos and quick reviews.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RUN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or a Bitbucket branch — no checkout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8448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1965960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 directory on the machine running TraceGuard.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98448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branch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2898648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repo URL + branch; it clones server-side (pure Java, no git binary) — so release / QA need no local checkout.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3831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module config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3831336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repo and its sub-modules are prepopulated from a per-app config — edit inline, or save as the default.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974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4764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&amp; incremental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4764024"/>
            <a:ext cx="7345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are cached and rebuilt only when the source actually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BY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picture, every stakeholder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2144" cy="30175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1112" y="2468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58111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2119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 release is understood and low-risk before it goes 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6544" y="2103120"/>
            <a:ext cx="2522144" cy="30175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7576" y="24688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37757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73704" y="32918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7712" y="3703320"/>
            <a:ext cx="2119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signed-off scope of exactly what each release touches.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2103120"/>
            <a:ext cx="2522144" cy="30175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4040" y="2468880"/>
            <a:ext cx="640080" cy="640080"/>
          </a:xfrm>
          <a:prstGeom prst="ellipse">
            <a:avLst/>
          </a:prstGeom>
          <a:solidFill>
            <a:srgbClr val="18B69B"/>
          </a:solidFill>
          <a:ln/>
        </p:spPr>
      </p:sp>
      <p:sp>
        <p:nvSpPr>
          <p:cNvPr id="16" name="Text 14"/>
          <p:cNvSpPr/>
          <p:nvPr/>
        </p:nvSpPr>
        <p:spPr>
          <a:xfrm>
            <a:off x="71740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70168" y="32918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4176" y="3703320"/>
            <a:ext cx="2119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end-to-end flow and diff without reading route XML by hand.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29471" y="2103120"/>
            <a:ext cx="2522144" cy="301752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70503" y="2468880"/>
            <a:ext cx="640080" cy="640080"/>
          </a:xfrm>
          <a:prstGeom prst="ellipse">
            <a:avLst/>
          </a:prstGeom>
          <a:solidFill>
            <a:srgbClr val="6D5AE0"/>
          </a:solidFill>
          <a:ln/>
        </p:spPr>
      </p:sp>
      <p:sp>
        <p:nvSpPr>
          <p:cNvPr id="21" name="Text 19"/>
          <p:cNvSpPr/>
          <p:nvPr/>
        </p:nvSpPr>
        <p:spPr>
          <a:xfrm>
            <a:off x="9970503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66631" y="3291840"/>
            <a:ext cx="224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0639" y="3703320"/>
            <a:ext cx="2119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impacted APIs to target, plus proof they passed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691640"/>
            <a:ext cx="1874520" cy="1874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TRACEGUARD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flow.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release.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every API · prove every release · compare every version — from one tool, for every team.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B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Scope   ·   Release Test   ·   Release Impact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RELEASE, EVERY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release, every module in one scan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219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repo, one scan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243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entry app and its sub-modules — the whole release scans in one pass.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7288" y="19659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22219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module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07328" y="26243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Test and Impact group results by module — one report per workflow.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8221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at a glance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2245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per-module rollup with At risk / Review / Ready — worst first, so gaps stand out.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7288" y="356616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EFF6FF"/>
          </a:solidFill>
          <a:ln w="12700">
            <a:solidFill>
              <a:srgbClr val="D7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7328" y="38221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attribution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07328" y="42245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 is credited to the module that owns it — no cross-module double-counting.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TraceGuard</dc:title>
  <dc:subject>PptxGenJS Presentation</dc:subject>
  <dc:creator>TraceGuard</dc:creator>
  <cp:lastModifiedBy>TraceGuard</cp:lastModifiedBy>
  <cp:revision>1</cp:revision>
  <dcterms:created xsi:type="dcterms:W3CDTF">2026-07-14T08:31:09Z</dcterms:created>
  <dcterms:modified xsi:type="dcterms:W3CDTF">2026-07-14T08:31:09Z</dcterms:modified>
</cp:coreProperties>
</file>